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4" r:id="rId3"/>
    <p:sldId id="265" r:id="rId4"/>
    <p:sldId id="266" r:id="rId5"/>
    <p:sldId id="267" r:id="rId6"/>
    <p:sldId id="263"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21" autoAdjust="0"/>
    <p:restoredTop sz="94660"/>
  </p:normalViewPr>
  <p:slideViewPr>
    <p:cSldViewPr snapToGrid="0">
      <p:cViewPr varScale="1">
        <p:scale>
          <a:sx n="58" d="100"/>
          <a:sy n="58" d="100"/>
        </p:scale>
        <p:origin x="42" y="11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5DB8B8-87BE-1404-2F95-0264DC0C439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FBF03FB-72EA-656E-A50C-9AD37367EA3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AACC206-2269-CE13-1274-0294FF3CA7E3}"/>
              </a:ext>
            </a:extLst>
          </p:cNvPr>
          <p:cNvSpPr>
            <a:spLocks noGrp="1"/>
          </p:cNvSpPr>
          <p:nvPr>
            <p:ph type="dt" sz="half" idx="10"/>
          </p:nvPr>
        </p:nvSpPr>
        <p:spPr/>
        <p:txBody>
          <a:bodyPr/>
          <a:lstStyle/>
          <a:p>
            <a:fld id="{6BD436D7-0C38-4BDF-B6DF-C07468473CE7}" type="datetimeFigureOut">
              <a:rPr lang="en-IN" smtClean="0"/>
              <a:t>01-03-2026</a:t>
            </a:fld>
            <a:endParaRPr lang="en-IN"/>
          </a:p>
        </p:txBody>
      </p:sp>
      <p:sp>
        <p:nvSpPr>
          <p:cNvPr id="5" name="Footer Placeholder 4">
            <a:extLst>
              <a:ext uri="{FF2B5EF4-FFF2-40B4-BE49-F238E27FC236}">
                <a16:creationId xmlns:a16="http://schemas.microsoft.com/office/drawing/2014/main" id="{BBA537EF-5D10-4E33-B11C-B0C25F7FEAC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B6D30D5-4211-08B2-4730-FB7C7FD90C86}"/>
              </a:ext>
            </a:extLst>
          </p:cNvPr>
          <p:cNvSpPr>
            <a:spLocks noGrp="1"/>
          </p:cNvSpPr>
          <p:nvPr>
            <p:ph type="sldNum" sz="quarter" idx="12"/>
          </p:nvPr>
        </p:nvSpPr>
        <p:spPr/>
        <p:txBody>
          <a:bodyPr/>
          <a:lstStyle/>
          <a:p>
            <a:fld id="{DE67665C-2D04-4675-9504-276A991775B2}" type="slidenum">
              <a:rPr lang="en-IN" smtClean="0"/>
              <a:t>‹#›</a:t>
            </a:fld>
            <a:endParaRPr lang="en-IN"/>
          </a:p>
        </p:txBody>
      </p:sp>
    </p:spTree>
    <p:extLst>
      <p:ext uri="{BB962C8B-B14F-4D97-AF65-F5344CB8AC3E}">
        <p14:creationId xmlns:p14="http://schemas.microsoft.com/office/powerpoint/2010/main" val="12105490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E441E3-AE12-BBA6-FF23-9527BF8C3C7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ADEA0C1-9B83-C01C-AE43-A8AE658FC39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E6C8EAD-AD1E-10AF-EBAA-E8E98923FD3F}"/>
              </a:ext>
            </a:extLst>
          </p:cNvPr>
          <p:cNvSpPr>
            <a:spLocks noGrp="1"/>
          </p:cNvSpPr>
          <p:nvPr>
            <p:ph type="dt" sz="half" idx="10"/>
          </p:nvPr>
        </p:nvSpPr>
        <p:spPr/>
        <p:txBody>
          <a:bodyPr/>
          <a:lstStyle/>
          <a:p>
            <a:fld id="{6BD436D7-0C38-4BDF-B6DF-C07468473CE7}" type="datetimeFigureOut">
              <a:rPr lang="en-IN" smtClean="0"/>
              <a:t>01-03-2026</a:t>
            </a:fld>
            <a:endParaRPr lang="en-IN"/>
          </a:p>
        </p:txBody>
      </p:sp>
      <p:sp>
        <p:nvSpPr>
          <p:cNvPr id="5" name="Footer Placeholder 4">
            <a:extLst>
              <a:ext uri="{FF2B5EF4-FFF2-40B4-BE49-F238E27FC236}">
                <a16:creationId xmlns:a16="http://schemas.microsoft.com/office/drawing/2014/main" id="{78D747E3-287F-97B0-07EA-D242D97BD8C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8FE82C4-A937-27AF-97BE-13B5DB7EB601}"/>
              </a:ext>
            </a:extLst>
          </p:cNvPr>
          <p:cNvSpPr>
            <a:spLocks noGrp="1"/>
          </p:cNvSpPr>
          <p:nvPr>
            <p:ph type="sldNum" sz="quarter" idx="12"/>
          </p:nvPr>
        </p:nvSpPr>
        <p:spPr/>
        <p:txBody>
          <a:bodyPr/>
          <a:lstStyle/>
          <a:p>
            <a:fld id="{DE67665C-2D04-4675-9504-276A991775B2}" type="slidenum">
              <a:rPr lang="en-IN" smtClean="0"/>
              <a:t>‹#›</a:t>
            </a:fld>
            <a:endParaRPr lang="en-IN"/>
          </a:p>
        </p:txBody>
      </p:sp>
    </p:spTree>
    <p:extLst>
      <p:ext uri="{BB962C8B-B14F-4D97-AF65-F5344CB8AC3E}">
        <p14:creationId xmlns:p14="http://schemas.microsoft.com/office/powerpoint/2010/main" val="28920667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7D0024-6412-4F88-5E89-1AA22B2B72B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F87ACA4-1627-39F4-FFB4-F5C7111E0B1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E9493A6-97A1-342F-846B-8AD6F149CF87}"/>
              </a:ext>
            </a:extLst>
          </p:cNvPr>
          <p:cNvSpPr>
            <a:spLocks noGrp="1"/>
          </p:cNvSpPr>
          <p:nvPr>
            <p:ph type="dt" sz="half" idx="10"/>
          </p:nvPr>
        </p:nvSpPr>
        <p:spPr/>
        <p:txBody>
          <a:bodyPr/>
          <a:lstStyle/>
          <a:p>
            <a:fld id="{6BD436D7-0C38-4BDF-B6DF-C07468473CE7}" type="datetimeFigureOut">
              <a:rPr lang="en-IN" smtClean="0"/>
              <a:t>01-03-2026</a:t>
            </a:fld>
            <a:endParaRPr lang="en-IN"/>
          </a:p>
        </p:txBody>
      </p:sp>
      <p:sp>
        <p:nvSpPr>
          <p:cNvPr id="5" name="Footer Placeholder 4">
            <a:extLst>
              <a:ext uri="{FF2B5EF4-FFF2-40B4-BE49-F238E27FC236}">
                <a16:creationId xmlns:a16="http://schemas.microsoft.com/office/drawing/2014/main" id="{D2E91941-8C46-1F9C-D992-125129A84AA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5DBE733-FDCC-0CB5-CFAE-064FCBAC178D}"/>
              </a:ext>
            </a:extLst>
          </p:cNvPr>
          <p:cNvSpPr>
            <a:spLocks noGrp="1"/>
          </p:cNvSpPr>
          <p:nvPr>
            <p:ph type="sldNum" sz="quarter" idx="12"/>
          </p:nvPr>
        </p:nvSpPr>
        <p:spPr/>
        <p:txBody>
          <a:bodyPr/>
          <a:lstStyle/>
          <a:p>
            <a:fld id="{DE67665C-2D04-4675-9504-276A991775B2}" type="slidenum">
              <a:rPr lang="en-IN" smtClean="0"/>
              <a:t>‹#›</a:t>
            </a:fld>
            <a:endParaRPr lang="en-IN"/>
          </a:p>
        </p:txBody>
      </p:sp>
    </p:spTree>
    <p:extLst>
      <p:ext uri="{BB962C8B-B14F-4D97-AF65-F5344CB8AC3E}">
        <p14:creationId xmlns:p14="http://schemas.microsoft.com/office/powerpoint/2010/main" val="41252511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8E60BD-E6CA-AD56-9D57-98C8DCC294B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B11421A-C335-5FB0-9248-F904044D6CA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C27862B-238A-75A8-5F2B-5A8001AD77C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7FDF42B-6161-598F-ADC4-CBB547F467C3}"/>
              </a:ext>
            </a:extLst>
          </p:cNvPr>
          <p:cNvSpPr>
            <a:spLocks noGrp="1"/>
          </p:cNvSpPr>
          <p:nvPr>
            <p:ph type="dt" sz="half" idx="10"/>
          </p:nvPr>
        </p:nvSpPr>
        <p:spPr/>
        <p:txBody>
          <a:bodyPr/>
          <a:lstStyle/>
          <a:p>
            <a:fld id="{6BD436D7-0C38-4BDF-B6DF-C07468473CE7}" type="datetimeFigureOut">
              <a:rPr lang="en-IN" smtClean="0"/>
              <a:t>01-03-2026</a:t>
            </a:fld>
            <a:endParaRPr lang="en-IN"/>
          </a:p>
        </p:txBody>
      </p:sp>
      <p:sp>
        <p:nvSpPr>
          <p:cNvPr id="6" name="Footer Placeholder 5">
            <a:extLst>
              <a:ext uri="{FF2B5EF4-FFF2-40B4-BE49-F238E27FC236}">
                <a16:creationId xmlns:a16="http://schemas.microsoft.com/office/drawing/2014/main" id="{8FF66C73-AE4B-7205-1CBF-6ED671419DA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577F102-E101-9B0F-FD00-749A676D2A98}"/>
              </a:ext>
            </a:extLst>
          </p:cNvPr>
          <p:cNvSpPr>
            <a:spLocks noGrp="1"/>
          </p:cNvSpPr>
          <p:nvPr>
            <p:ph type="sldNum" sz="quarter" idx="12"/>
          </p:nvPr>
        </p:nvSpPr>
        <p:spPr/>
        <p:txBody>
          <a:bodyPr/>
          <a:lstStyle/>
          <a:p>
            <a:fld id="{DE67665C-2D04-4675-9504-276A991775B2}" type="slidenum">
              <a:rPr lang="en-IN" smtClean="0"/>
              <a:t>‹#›</a:t>
            </a:fld>
            <a:endParaRPr lang="en-IN"/>
          </a:p>
        </p:txBody>
      </p:sp>
    </p:spTree>
    <p:extLst>
      <p:ext uri="{BB962C8B-B14F-4D97-AF65-F5344CB8AC3E}">
        <p14:creationId xmlns:p14="http://schemas.microsoft.com/office/powerpoint/2010/main" val="18153005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285505-9E3E-96AF-9BF5-E864F000981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92EF2FB-9A07-DC0A-0F39-7BBF40A8870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B8B88E0-0171-AA04-02C6-0B93285C1BD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6220DE9-1396-4EC6-E79E-C07C40B5124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2F428A1-93AF-281D-ADE0-764D9C0331E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70105EE-E508-F384-2810-182410425540}"/>
              </a:ext>
            </a:extLst>
          </p:cNvPr>
          <p:cNvSpPr>
            <a:spLocks noGrp="1"/>
          </p:cNvSpPr>
          <p:nvPr>
            <p:ph type="dt" sz="half" idx="10"/>
          </p:nvPr>
        </p:nvSpPr>
        <p:spPr/>
        <p:txBody>
          <a:bodyPr/>
          <a:lstStyle/>
          <a:p>
            <a:fld id="{6BD436D7-0C38-4BDF-B6DF-C07468473CE7}" type="datetimeFigureOut">
              <a:rPr lang="en-IN" smtClean="0"/>
              <a:t>01-03-2026</a:t>
            </a:fld>
            <a:endParaRPr lang="en-IN"/>
          </a:p>
        </p:txBody>
      </p:sp>
      <p:sp>
        <p:nvSpPr>
          <p:cNvPr id="8" name="Footer Placeholder 7">
            <a:extLst>
              <a:ext uri="{FF2B5EF4-FFF2-40B4-BE49-F238E27FC236}">
                <a16:creationId xmlns:a16="http://schemas.microsoft.com/office/drawing/2014/main" id="{AF90E5CF-A61D-C538-C73D-7B4AF209467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F29C7BB-77DF-A260-17C2-AA5F68F79E6E}"/>
              </a:ext>
            </a:extLst>
          </p:cNvPr>
          <p:cNvSpPr>
            <a:spLocks noGrp="1"/>
          </p:cNvSpPr>
          <p:nvPr>
            <p:ph type="sldNum" sz="quarter" idx="12"/>
          </p:nvPr>
        </p:nvSpPr>
        <p:spPr/>
        <p:txBody>
          <a:bodyPr/>
          <a:lstStyle/>
          <a:p>
            <a:fld id="{DE67665C-2D04-4675-9504-276A991775B2}" type="slidenum">
              <a:rPr lang="en-IN" smtClean="0"/>
              <a:t>‹#›</a:t>
            </a:fld>
            <a:endParaRPr lang="en-IN"/>
          </a:p>
        </p:txBody>
      </p:sp>
    </p:spTree>
    <p:extLst>
      <p:ext uri="{BB962C8B-B14F-4D97-AF65-F5344CB8AC3E}">
        <p14:creationId xmlns:p14="http://schemas.microsoft.com/office/powerpoint/2010/main" val="11871128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8E6AEF-F0F8-716F-6971-0B221CDCF73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3219FFF-14A9-2D8B-0803-80A68DE24D3A}"/>
              </a:ext>
            </a:extLst>
          </p:cNvPr>
          <p:cNvSpPr>
            <a:spLocks noGrp="1"/>
          </p:cNvSpPr>
          <p:nvPr>
            <p:ph type="dt" sz="half" idx="10"/>
          </p:nvPr>
        </p:nvSpPr>
        <p:spPr/>
        <p:txBody>
          <a:bodyPr/>
          <a:lstStyle/>
          <a:p>
            <a:fld id="{6BD436D7-0C38-4BDF-B6DF-C07468473CE7}" type="datetimeFigureOut">
              <a:rPr lang="en-IN" smtClean="0"/>
              <a:t>01-03-2026</a:t>
            </a:fld>
            <a:endParaRPr lang="en-IN"/>
          </a:p>
        </p:txBody>
      </p:sp>
      <p:sp>
        <p:nvSpPr>
          <p:cNvPr id="4" name="Footer Placeholder 3">
            <a:extLst>
              <a:ext uri="{FF2B5EF4-FFF2-40B4-BE49-F238E27FC236}">
                <a16:creationId xmlns:a16="http://schemas.microsoft.com/office/drawing/2014/main" id="{AB6B5CC1-0B4E-6FE0-5468-2F332EC5880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A49FF98-F8D5-A8DF-4BB2-D6E0ACB9ABD7}"/>
              </a:ext>
            </a:extLst>
          </p:cNvPr>
          <p:cNvSpPr>
            <a:spLocks noGrp="1"/>
          </p:cNvSpPr>
          <p:nvPr>
            <p:ph type="sldNum" sz="quarter" idx="12"/>
          </p:nvPr>
        </p:nvSpPr>
        <p:spPr/>
        <p:txBody>
          <a:bodyPr/>
          <a:lstStyle/>
          <a:p>
            <a:fld id="{DE67665C-2D04-4675-9504-276A991775B2}" type="slidenum">
              <a:rPr lang="en-IN" smtClean="0"/>
              <a:t>‹#›</a:t>
            </a:fld>
            <a:endParaRPr lang="en-IN"/>
          </a:p>
        </p:txBody>
      </p:sp>
    </p:spTree>
    <p:extLst>
      <p:ext uri="{BB962C8B-B14F-4D97-AF65-F5344CB8AC3E}">
        <p14:creationId xmlns:p14="http://schemas.microsoft.com/office/powerpoint/2010/main" val="18567583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B8482D2-4EF5-B948-05EB-529A8409AE07}"/>
              </a:ext>
            </a:extLst>
          </p:cNvPr>
          <p:cNvSpPr>
            <a:spLocks noGrp="1"/>
          </p:cNvSpPr>
          <p:nvPr>
            <p:ph type="dt" sz="half" idx="10"/>
          </p:nvPr>
        </p:nvSpPr>
        <p:spPr/>
        <p:txBody>
          <a:bodyPr/>
          <a:lstStyle/>
          <a:p>
            <a:fld id="{6BD436D7-0C38-4BDF-B6DF-C07468473CE7}" type="datetimeFigureOut">
              <a:rPr lang="en-IN" smtClean="0"/>
              <a:t>01-03-2026</a:t>
            </a:fld>
            <a:endParaRPr lang="en-IN"/>
          </a:p>
        </p:txBody>
      </p:sp>
      <p:sp>
        <p:nvSpPr>
          <p:cNvPr id="3" name="Footer Placeholder 2">
            <a:extLst>
              <a:ext uri="{FF2B5EF4-FFF2-40B4-BE49-F238E27FC236}">
                <a16:creationId xmlns:a16="http://schemas.microsoft.com/office/drawing/2014/main" id="{24492323-9142-B97E-14D4-23AA5609707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846F366-7694-3FA6-53E0-6718CE641F49}"/>
              </a:ext>
            </a:extLst>
          </p:cNvPr>
          <p:cNvSpPr>
            <a:spLocks noGrp="1"/>
          </p:cNvSpPr>
          <p:nvPr>
            <p:ph type="sldNum" sz="quarter" idx="12"/>
          </p:nvPr>
        </p:nvSpPr>
        <p:spPr/>
        <p:txBody>
          <a:bodyPr/>
          <a:lstStyle/>
          <a:p>
            <a:fld id="{DE67665C-2D04-4675-9504-276A991775B2}" type="slidenum">
              <a:rPr lang="en-IN" smtClean="0"/>
              <a:t>‹#›</a:t>
            </a:fld>
            <a:endParaRPr lang="en-IN"/>
          </a:p>
        </p:txBody>
      </p:sp>
    </p:spTree>
    <p:extLst>
      <p:ext uri="{BB962C8B-B14F-4D97-AF65-F5344CB8AC3E}">
        <p14:creationId xmlns:p14="http://schemas.microsoft.com/office/powerpoint/2010/main" val="1742109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122BF5-83F6-BCFC-DD61-B4CAE86ED14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5AEE968-D901-E6CD-22FF-3CE6CF3ABD3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9C4226B-7F14-AB95-3CF3-00D5A1424A8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CCB9816-619A-34AC-6967-132746F13BD5}"/>
              </a:ext>
            </a:extLst>
          </p:cNvPr>
          <p:cNvSpPr>
            <a:spLocks noGrp="1"/>
          </p:cNvSpPr>
          <p:nvPr>
            <p:ph type="dt" sz="half" idx="10"/>
          </p:nvPr>
        </p:nvSpPr>
        <p:spPr/>
        <p:txBody>
          <a:bodyPr/>
          <a:lstStyle/>
          <a:p>
            <a:fld id="{6BD436D7-0C38-4BDF-B6DF-C07468473CE7}" type="datetimeFigureOut">
              <a:rPr lang="en-IN" smtClean="0"/>
              <a:t>01-03-2026</a:t>
            </a:fld>
            <a:endParaRPr lang="en-IN"/>
          </a:p>
        </p:txBody>
      </p:sp>
      <p:sp>
        <p:nvSpPr>
          <p:cNvPr id="6" name="Footer Placeholder 5">
            <a:extLst>
              <a:ext uri="{FF2B5EF4-FFF2-40B4-BE49-F238E27FC236}">
                <a16:creationId xmlns:a16="http://schemas.microsoft.com/office/drawing/2014/main" id="{14B6B31A-D19E-07F4-BDA1-C35934E36D5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3FE5FBB-88D4-90C2-5E65-38729A6F6FBC}"/>
              </a:ext>
            </a:extLst>
          </p:cNvPr>
          <p:cNvSpPr>
            <a:spLocks noGrp="1"/>
          </p:cNvSpPr>
          <p:nvPr>
            <p:ph type="sldNum" sz="quarter" idx="12"/>
          </p:nvPr>
        </p:nvSpPr>
        <p:spPr/>
        <p:txBody>
          <a:bodyPr/>
          <a:lstStyle/>
          <a:p>
            <a:fld id="{DE67665C-2D04-4675-9504-276A991775B2}" type="slidenum">
              <a:rPr lang="en-IN" smtClean="0"/>
              <a:t>‹#›</a:t>
            </a:fld>
            <a:endParaRPr lang="en-IN"/>
          </a:p>
        </p:txBody>
      </p:sp>
    </p:spTree>
    <p:extLst>
      <p:ext uri="{BB962C8B-B14F-4D97-AF65-F5344CB8AC3E}">
        <p14:creationId xmlns:p14="http://schemas.microsoft.com/office/powerpoint/2010/main" val="33705726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E82D1B-2DA6-4783-5915-87B248244C0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675BAE9-BD8A-E7DE-CA4B-6C0BA2E4625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354515F7-8546-7BC3-DDAC-46CFC4921AA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7CF6B07-236C-D96A-047C-B7D585980315}"/>
              </a:ext>
            </a:extLst>
          </p:cNvPr>
          <p:cNvSpPr>
            <a:spLocks noGrp="1"/>
          </p:cNvSpPr>
          <p:nvPr>
            <p:ph type="dt" sz="half" idx="10"/>
          </p:nvPr>
        </p:nvSpPr>
        <p:spPr/>
        <p:txBody>
          <a:bodyPr/>
          <a:lstStyle/>
          <a:p>
            <a:fld id="{6BD436D7-0C38-4BDF-B6DF-C07468473CE7}" type="datetimeFigureOut">
              <a:rPr lang="en-IN" smtClean="0"/>
              <a:t>01-03-2026</a:t>
            </a:fld>
            <a:endParaRPr lang="en-IN"/>
          </a:p>
        </p:txBody>
      </p:sp>
      <p:sp>
        <p:nvSpPr>
          <p:cNvPr id="6" name="Footer Placeholder 5">
            <a:extLst>
              <a:ext uri="{FF2B5EF4-FFF2-40B4-BE49-F238E27FC236}">
                <a16:creationId xmlns:a16="http://schemas.microsoft.com/office/drawing/2014/main" id="{30A543AA-AC18-31EE-784D-25B140FB8FC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21C6A78-3265-87C6-E510-55D8BD6DE7D5}"/>
              </a:ext>
            </a:extLst>
          </p:cNvPr>
          <p:cNvSpPr>
            <a:spLocks noGrp="1"/>
          </p:cNvSpPr>
          <p:nvPr>
            <p:ph type="sldNum" sz="quarter" idx="12"/>
          </p:nvPr>
        </p:nvSpPr>
        <p:spPr/>
        <p:txBody>
          <a:bodyPr/>
          <a:lstStyle/>
          <a:p>
            <a:fld id="{DE67665C-2D04-4675-9504-276A991775B2}" type="slidenum">
              <a:rPr lang="en-IN" smtClean="0"/>
              <a:t>‹#›</a:t>
            </a:fld>
            <a:endParaRPr lang="en-IN"/>
          </a:p>
        </p:txBody>
      </p:sp>
    </p:spTree>
    <p:extLst>
      <p:ext uri="{BB962C8B-B14F-4D97-AF65-F5344CB8AC3E}">
        <p14:creationId xmlns:p14="http://schemas.microsoft.com/office/powerpoint/2010/main" val="36164090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66AE12-0CB0-47DD-AA1E-CDF4E8F4DE1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1BDC6D4-26EB-6FA1-962C-B0B3A7C3299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313F468-FDB7-F451-235C-4211A6FB7B31}"/>
              </a:ext>
            </a:extLst>
          </p:cNvPr>
          <p:cNvSpPr>
            <a:spLocks noGrp="1"/>
          </p:cNvSpPr>
          <p:nvPr>
            <p:ph type="dt" sz="half" idx="10"/>
          </p:nvPr>
        </p:nvSpPr>
        <p:spPr/>
        <p:txBody>
          <a:bodyPr/>
          <a:lstStyle/>
          <a:p>
            <a:fld id="{6BD436D7-0C38-4BDF-B6DF-C07468473CE7}" type="datetimeFigureOut">
              <a:rPr lang="en-IN" smtClean="0"/>
              <a:t>01-03-2026</a:t>
            </a:fld>
            <a:endParaRPr lang="en-IN"/>
          </a:p>
        </p:txBody>
      </p:sp>
      <p:sp>
        <p:nvSpPr>
          <p:cNvPr id="5" name="Footer Placeholder 4">
            <a:extLst>
              <a:ext uri="{FF2B5EF4-FFF2-40B4-BE49-F238E27FC236}">
                <a16:creationId xmlns:a16="http://schemas.microsoft.com/office/drawing/2014/main" id="{6EC624FC-F57C-89FE-03CE-3CB7A911070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7ED4326-5BAA-F550-BA99-BD3B8BA31C79}"/>
              </a:ext>
            </a:extLst>
          </p:cNvPr>
          <p:cNvSpPr>
            <a:spLocks noGrp="1"/>
          </p:cNvSpPr>
          <p:nvPr>
            <p:ph type="sldNum" sz="quarter" idx="12"/>
          </p:nvPr>
        </p:nvSpPr>
        <p:spPr/>
        <p:txBody>
          <a:bodyPr/>
          <a:lstStyle/>
          <a:p>
            <a:fld id="{DE67665C-2D04-4675-9504-276A991775B2}" type="slidenum">
              <a:rPr lang="en-IN" smtClean="0"/>
              <a:t>‹#›</a:t>
            </a:fld>
            <a:endParaRPr lang="en-IN"/>
          </a:p>
        </p:txBody>
      </p:sp>
    </p:spTree>
    <p:extLst>
      <p:ext uri="{BB962C8B-B14F-4D97-AF65-F5344CB8AC3E}">
        <p14:creationId xmlns:p14="http://schemas.microsoft.com/office/powerpoint/2010/main" val="19599246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0B8F5F7-06B2-8026-6864-110908A7C68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AD00167-B626-0110-92A2-3F1B5C8EBD3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43D8F67-9E0E-E290-7509-DC4A7B6605C7}"/>
              </a:ext>
            </a:extLst>
          </p:cNvPr>
          <p:cNvSpPr>
            <a:spLocks noGrp="1"/>
          </p:cNvSpPr>
          <p:nvPr>
            <p:ph type="dt" sz="half" idx="10"/>
          </p:nvPr>
        </p:nvSpPr>
        <p:spPr/>
        <p:txBody>
          <a:bodyPr/>
          <a:lstStyle/>
          <a:p>
            <a:fld id="{6BD436D7-0C38-4BDF-B6DF-C07468473CE7}" type="datetimeFigureOut">
              <a:rPr lang="en-IN" smtClean="0"/>
              <a:t>01-03-2026</a:t>
            </a:fld>
            <a:endParaRPr lang="en-IN"/>
          </a:p>
        </p:txBody>
      </p:sp>
      <p:sp>
        <p:nvSpPr>
          <p:cNvPr id="5" name="Footer Placeholder 4">
            <a:extLst>
              <a:ext uri="{FF2B5EF4-FFF2-40B4-BE49-F238E27FC236}">
                <a16:creationId xmlns:a16="http://schemas.microsoft.com/office/drawing/2014/main" id="{4E08E236-D4F7-7757-64E5-96E8D0846D7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8CB3CB3-C23F-04F4-C3F0-84EFCAD08FBF}"/>
              </a:ext>
            </a:extLst>
          </p:cNvPr>
          <p:cNvSpPr>
            <a:spLocks noGrp="1"/>
          </p:cNvSpPr>
          <p:nvPr>
            <p:ph type="sldNum" sz="quarter" idx="12"/>
          </p:nvPr>
        </p:nvSpPr>
        <p:spPr/>
        <p:txBody>
          <a:bodyPr/>
          <a:lstStyle/>
          <a:p>
            <a:fld id="{DE67665C-2D04-4675-9504-276A991775B2}" type="slidenum">
              <a:rPr lang="en-IN" smtClean="0"/>
              <a:t>‹#›</a:t>
            </a:fld>
            <a:endParaRPr lang="en-IN"/>
          </a:p>
        </p:txBody>
      </p:sp>
    </p:spTree>
    <p:extLst>
      <p:ext uri="{BB962C8B-B14F-4D97-AF65-F5344CB8AC3E}">
        <p14:creationId xmlns:p14="http://schemas.microsoft.com/office/powerpoint/2010/main" val="23700529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A9D5B8D-EF98-C8D6-88AB-C1B1B634B7E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4695ABB-D0E9-F831-A01A-ED08F8645C3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CB9A804-4185-F9CE-9AD2-3C71D89FD8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BD436D7-0C38-4BDF-B6DF-C07468473CE7}" type="datetimeFigureOut">
              <a:rPr lang="en-IN" smtClean="0"/>
              <a:t>01-03-2026</a:t>
            </a:fld>
            <a:endParaRPr lang="en-IN"/>
          </a:p>
        </p:txBody>
      </p:sp>
      <p:sp>
        <p:nvSpPr>
          <p:cNvPr id="5" name="Footer Placeholder 4">
            <a:extLst>
              <a:ext uri="{FF2B5EF4-FFF2-40B4-BE49-F238E27FC236}">
                <a16:creationId xmlns:a16="http://schemas.microsoft.com/office/drawing/2014/main" id="{68545F1F-FEB9-C9BC-129A-9BF85E94935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7D3DE98B-9EEB-6B5D-9774-A5BF17C0DC2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E67665C-2D04-4675-9504-276A991775B2}" type="slidenum">
              <a:rPr lang="en-IN" smtClean="0"/>
              <a:t>‹#›</a:t>
            </a:fld>
            <a:endParaRPr lang="en-IN"/>
          </a:p>
        </p:txBody>
      </p:sp>
    </p:spTree>
    <p:extLst>
      <p:ext uri="{BB962C8B-B14F-4D97-AF65-F5344CB8AC3E}">
        <p14:creationId xmlns:p14="http://schemas.microsoft.com/office/powerpoint/2010/main" val="33422199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3A9C11-9B16-594E-5E0C-2BF8BC28AB49}"/>
              </a:ext>
            </a:extLst>
          </p:cNvPr>
          <p:cNvSpPr>
            <a:spLocks noGrp="1"/>
          </p:cNvSpPr>
          <p:nvPr>
            <p:ph type="ctrTitle"/>
          </p:nvPr>
        </p:nvSpPr>
        <p:spPr>
          <a:xfrm>
            <a:off x="4975299" y="599685"/>
            <a:ext cx="6841564" cy="1740849"/>
          </a:xfrm>
        </p:spPr>
        <p:txBody>
          <a:bodyPr>
            <a:noAutofit/>
          </a:bodyPr>
          <a:lstStyle/>
          <a:p>
            <a:r>
              <a:rPr lang="en-IN" sz="3600" b="1" dirty="0">
                <a:latin typeface="+mn-lt"/>
              </a:rPr>
              <a:t>DAY 11–  Time Travel &amp; Data Recovery</a:t>
            </a:r>
          </a:p>
        </p:txBody>
      </p:sp>
      <p:sp>
        <p:nvSpPr>
          <p:cNvPr id="3" name="Subtitle 2">
            <a:extLst>
              <a:ext uri="{FF2B5EF4-FFF2-40B4-BE49-F238E27FC236}">
                <a16:creationId xmlns:a16="http://schemas.microsoft.com/office/drawing/2014/main" id="{6E05FFD3-ECED-C3E0-0560-A7E0ED803F00}"/>
              </a:ext>
            </a:extLst>
          </p:cNvPr>
          <p:cNvSpPr>
            <a:spLocks noGrp="1"/>
          </p:cNvSpPr>
          <p:nvPr>
            <p:ph type="subTitle" idx="1"/>
          </p:nvPr>
        </p:nvSpPr>
        <p:spPr>
          <a:xfrm>
            <a:off x="4167772" y="2340534"/>
            <a:ext cx="9144000" cy="1655762"/>
          </a:xfrm>
        </p:spPr>
        <p:txBody>
          <a:bodyPr>
            <a:normAutofit/>
          </a:bodyPr>
          <a:lstStyle/>
          <a:p>
            <a:r>
              <a:rPr lang="en-US" dirty="0"/>
              <a:t>14 Days AI Challenge – 2 (Advance)</a:t>
            </a:r>
            <a:endParaRPr lang="en-IN" dirty="0"/>
          </a:p>
        </p:txBody>
      </p:sp>
      <p:sp>
        <p:nvSpPr>
          <p:cNvPr id="7" name="TextBox 6">
            <a:extLst>
              <a:ext uri="{FF2B5EF4-FFF2-40B4-BE49-F238E27FC236}">
                <a16:creationId xmlns:a16="http://schemas.microsoft.com/office/drawing/2014/main" id="{6E6D740C-4C73-E249-56E0-C1C07932EEA5}"/>
              </a:ext>
            </a:extLst>
          </p:cNvPr>
          <p:cNvSpPr txBox="1"/>
          <p:nvPr/>
        </p:nvSpPr>
        <p:spPr>
          <a:xfrm>
            <a:off x="6095999" y="2799083"/>
            <a:ext cx="6537062" cy="369332"/>
          </a:xfrm>
          <a:prstGeom prst="rect">
            <a:avLst/>
          </a:prstGeom>
          <a:noFill/>
        </p:spPr>
        <p:txBody>
          <a:bodyPr wrap="square">
            <a:spAutoFit/>
          </a:bodyPr>
          <a:lstStyle/>
          <a:p>
            <a:r>
              <a:rPr lang="en-US" dirty="0"/>
              <a:t>  </a:t>
            </a:r>
            <a:r>
              <a:rPr lang="en-US" b="1" dirty="0"/>
              <a:t>Notebook file : </a:t>
            </a:r>
            <a:r>
              <a:rPr lang="en-US" b="1" dirty="0">
                <a:solidFill>
                  <a:schemeClr val="accent5"/>
                </a:solidFill>
              </a:rPr>
              <a:t>https://github.com/Nandiniwadile</a:t>
            </a:r>
            <a:endParaRPr lang="en-IN" dirty="0">
              <a:solidFill>
                <a:schemeClr val="accent5"/>
              </a:solidFill>
            </a:endParaRPr>
          </a:p>
        </p:txBody>
      </p:sp>
      <p:sp>
        <p:nvSpPr>
          <p:cNvPr id="12" name="TextBox 11">
            <a:extLst>
              <a:ext uri="{FF2B5EF4-FFF2-40B4-BE49-F238E27FC236}">
                <a16:creationId xmlns:a16="http://schemas.microsoft.com/office/drawing/2014/main" id="{E8582017-9127-9A20-5B0E-1753C9F7655A}"/>
              </a:ext>
            </a:extLst>
          </p:cNvPr>
          <p:cNvSpPr txBox="1"/>
          <p:nvPr/>
        </p:nvSpPr>
        <p:spPr>
          <a:xfrm>
            <a:off x="6234165" y="3203766"/>
            <a:ext cx="6653462" cy="2585323"/>
          </a:xfrm>
          <a:prstGeom prst="rect">
            <a:avLst/>
          </a:prstGeom>
          <a:noFill/>
        </p:spPr>
        <p:txBody>
          <a:bodyPr wrap="square">
            <a:spAutoFit/>
          </a:bodyPr>
          <a:lstStyle/>
          <a:p>
            <a:r>
              <a:rPr lang="en-US" b="1" dirty="0"/>
              <a:t>Learn: </a:t>
            </a:r>
          </a:p>
          <a:p>
            <a:pPr marL="285750" indent="-285750">
              <a:buFontTx/>
              <a:buChar char="-"/>
            </a:pPr>
            <a:r>
              <a:rPr lang="en-IN" dirty="0"/>
              <a:t>Versioning </a:t>
            </a:r>
          </a:p>
          <a:p>
            <a:pPr marL="285750" indent="-285750">
              <a:buFontTx/>
              <a:buChar char="-"/>
            </a:pPr>
            <a:r>
              <a:rPr lang="en-IN" dirty="0"/>
              <a:t>Rollback </a:t>
            </a:r>
          </a:p>
          <a:p>
            <a:pPr marL="285750" indent="-285750">
              <a:buFontTx/>
              <a:buChar char="-"/>
            </a:pPr>
            <a:r>
              <a:rPr lang="en-IN" dirty="0"/>
              <a:t>Data recovery </a:t>
            </a:r>
          </a:p>
          <a:p>
            <a:pPr marL="285750" indent="-285750">
              <a:buFontTx/>
              <a:buChar char="-"/>
            </a:pPr>
            <a:endParaRPr lang="en-US" dirty="0"/>
          </a:p>
          <a:p>
            <a:r>
              <a:rPr lang="en-US" b="1" dirty="0"/>
              <a:t> Tasks: </a:t>
            </a:r>
          </a:p>
          <a:p>
            <a:r>
              <a:rPr lang="en-US" dirty="0"/>
              <a:t> 1. Append new records.</a:t>
            </a:r>
          </a:p>
          <a:p>
            <a:r>
              <a:rPr lang="en-US" dirty="0"/>
              <a:t> 2. Query older version. </a:t>
            </a:r>
          </a:p>
          <a:p>
            <a:r>
              <a:rPr lang="en-US" dirty="0"/>
              <a:t> 3. Compare differences. </a:t>
            </a:r>
            <a:endParaRPr lang="en-IN" dirty="0"/>
          </a:p>
        </p:txBody>
      </p:sp>
      <p:pic>
        <p:nvPicPr>
          <p:cNvPr id="5" name="Picture 4">
            <a:extLst>
              <a:ext uri="{FF2B5EF4-FFF2-40B4-BE49-F238E27FC236}">
                <a16:creationId xmlns:a16="http://schemas.microsoft.com/office/drawing/2014/main" id="{C7754E87-B92A-59DD-09DF-07BD30AAB7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8461" y="205138"/>
            <a:ext cx="5158179" cy="6447724"/>
          </a:xfrm>
          <a:prstGeom prst="rect">
            <a:avLst/>
          </a:prstGeom>
        </p:spPr>
      </p:pic>
    </p:spTree>
    <p:extLst>
      <p:ext uri="{BB962C8B-B14F-4D97-AF65-F5344CB8AC3E}">
        <p14:creationId xmlns:p14="http://schemas.microsoft.com/office/powerpoint/2010/main" val="34283105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FF47C99-7A80-8436-E750-D105FE0D604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6588" y="380574"/>
            <a:ext cx="4521254" cy="6096851"/>
          </a:xfrm>
          <a:prstGeom prst="rect">
            <a:avLst/>
          </a:prstGeom>
        </p:spPr>
      </p:pic>
      <p:pic>
        <p:nvPicPr>
          <p:cNvPr id="5" name="Picture 4">
            <a:extLst>
              <a:ext uri="{FF2B5EF4-FFF2-40B4-BE49-F238E27FC236}">
                <a16:creationId xmlns:a16="http://schemas.microsoft.com/office/drawing/2014/main" id="{3D43E230-B61A-5168-3E2C-E067851D253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71886" y="380574"/>
            <a:ext cx="3549265" cy="6122321"/>
          </a:xfrm>
          <a:prstGeom prst="rect">
            <a:avLst/>
          </a:prstGeom>
        </p:spPr>
      </p:pic>
      <p:pic>
        <p:nvPicPr>
          <p:cNvPr id="7" name="Picture 6">
            <a:extLst>
              <a:ext uri="{FF2B5EF4-FFF2-40B4-BE49-F238E27FC236}">
                <a16:creationId xmlns:a16="http://schemas.microsoft.com/office/drawing/2014/main" id="{64A50891-E78B-F166-5A61-8807CBAB49F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425195" y="406044"/>
            <a:ext cx="3358055" cy="6096851"/>
          </a:xfrm>
          <a:prstGeom prst="rect">
            <a:avLst/>
          </a:prstGeom>
        </p:spPr>
      </p:pic>
    </p:spTree>
    <p:extLst>
      <p:ext uri="{BB962C8B-B14F-4D97-AF65-F5344CB8AC3E}">
        <p14:creationId xmlns:p14="http://schemas.microsoft.com/office/powerpoint/2010/main" val="36570361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7B364CC-6DE0-ED33-5DC2-B4565A7C5AA4}"/>
              </a:ext>
            </a:extLst>
          </p:cNvPr>
          <p:cNvPicPr>
            <a:picLocks noChangeAspect="1"/>
          </p:cNvPicPr>
          <p:nvPr/>
        </p:nvPicPr>
        <p:blipFill>
          <a:blip r:embed="rId2">
            <a:extLst>
              <a:ext uri="{28A0092B-C50C-407E-A947-70E740481C1C}">
                <a14:useLocalDpi xmlns:a14="http://schemas.microsoft.com/office/drawing/2010/main" val="0"/>
              </a:ext>
            </a:extLst>
          </a:blip>
          <a:srcRect r="36864"/>
          <a:stretch>
            <a:fillRect/>
          </a:stretch>
        </p:blipFill>
        <p:spPr>
          <a:xfrm>
            <a:off x="116378" y="818112"/>
            <a:ext cx="7205368" cy="5682359"/>
          </a:xfrm>
          <a:prstGeom prst="rect">
            <a:avLst/>
          </a:prstGeom>
        </p:spPr>
      </p:pic>
      <p:sp>
        <p:nvSpPr>
          <p:cNvPr id="5" name="TextBox 4">
            <a:extLst>
              <a:ext uri="{FF2B5EF4-FFF2-40B4-BE49-F238E27FC236}">
                <a16:creationId xmlns:a16="http://schemas.microsoft.com/office/drawing/2014/main" id="{F4F2DC66-30C5-80A5-C18F-6EFCD2006013}"/>
              </a:ext>
            </a:extLst>
          </p:cNvPr>
          <p:cNvSpPr txBox="1"/>
          <p:nvPr/>
        </p:nvSpPr>
        <p:spPr>
          <a:xfrm>
            <a:off x="7460404" y="1328653"/>
            <a:ext cx="4731596" cy="4661276"/>
          </a:xfrm>
          <a:prstGeom prst="rect">
            <a:avLst/>
          </a:prstGeom>
          <a:noFill/>
        </p:spPr>
        <p:txBody>
          <a:bodyPr wrap="square">
            <a:spAutoFit/>
          </a:bodyPr>
          <a:lstStyle/>
          <a:p>
            <a:pPr>
              <a:lnSpc>
                <a:spcPct val="150000"/>
              </a:lnSpc>
              <a:buNone/>
            </a:pPr>
            <a:r>
              <a:rPr lang="en-US" sz="2000" b="1" dirty="0"/>
              <a:t>Important Points:</a:t>
            </a:r>
          </a:p>
          <a:p>
            <a:pPr>
              <a:lnSpc>
                <a:spcPct val="150000"/>
              </a:lnSpc>
              <a:buFont typeface="+mj-lt"/>
              <a:buAutoNum type="arabicPeriod"/>
            </a:pPr>
            <a:r>
              <a:rPr lang="en-US" sz="2000" dirty="0"/>
              <a:t> Appending data creates a new Delta </a:t>
            </a:r>
          </a:p>
          <a:p>
            <a:pPr>
              <a:lnSpc>
                <a:spcPct val="150000"/>
              </a:lnSpc>
            </a:pPr>
            <a:r>
              <a:rPr lang="en-US" sz="2000" dirty="0"/>
              <a:t>     table version automatically.</a:t>
            </a:r>
          </a:p>
          <a:p>
            <a:pPr>
              <a:lnSpc>
                <a:spcPct val="150000"/>
              </a:lnSpc>
            </a:pPr>
            <a:r>
              <a:rPr lang="en-US" sz="2000" dirty="0"/>
              <a:t>2. Every insert operation is tracked in</a:t>
            </a:r>
          </a:p>
          <a:p>
            <a:pPr>
              <a:lnSpc>
                <a:spcPct val="150000"/>
              </a:lnSpc>
            </a:pPr>
            <a:r>
              <a:rPr lang="en-US" sz="2000" dirty="0"/>
              <a:t>     table history.</a:t>
            </a:r>
          </a:p>
          <a:p>
            <a:pPr>
              <a:lnSpc>
                <a:spcPct val="150000"/>
              </a:lnSpc>
            </a:pPr>
            <a:r>
              <a:rPr lang="en-US" sz="2000" dirty="0"/>
              <a:t>3. It simulates real-time production data</a:t>
            </a:r>
          </a:p>
          <a:p>
            <a:pPr>
              <a:lnSpc>
                <a:spcPct val="150000"/>
              </a:lnSpc>
            </a:pPr>
            <a:r>
              <a:rPr lang="en-US" sz="2000" dirty="0"/>
              <a:t>    updates.</a:t>
            </a:r>
          </a:p>
          <a:p>
            <a:pPr>
              <a:lnSpc>
                <a:spcPct val="150000"/>
              </a:lnSpc>
            </a:pPr>
            <a:endParaRPr lang="en-US" sz="2000" dirty="0"/>
          </a:p>
          <a:p>
            <a:pPr marL="342900" indent="-342900">
              <a:lnSpc>
                <a:spcPct val="150000"/>
              </a:lnSpc>
              <a:buFont typeface="Wingdings" panose="05000000000000000000" pitchFamily="2" charset="2"/>
              <a:buChar char="è"/>
            </a:pPr>
            <a:r>
              <a:rPr lang="en-US" sz="2000" dirty="0"/>
              <a:t>This proves how Delta maintains version</a:t>
            </a:r>
          </a:p>
          <a:p>
            <a:pPr>
              <a:lnSpc>
                <a:spcPct val="150000"/>
              </a:lnSpc>
            </a:pPr>
            <a:r>
              <a:rPr lang="en-US" sz="2000" dirty="0"/>
              <a:t>      control automatically.</a:t>
            </a:r>
          </a:p>
        </p:txBody>
      </p:sp>
    </p:spTree>
    <p:extLst>
      <p:ext uri="{BB962C8B-B14F-4D97-AF65-F5344CB8AC3E}">
        <p14:creationId xmlns:p14="http://schemas.microsoft.com/office/powerpoint/2010/main" val="15044348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9F922DD-316B-9B3E-BA82-1D3D528A6027}"/>
              </a:ext>
            </a:extLst>
          </p:cNvPr>
          <p:cNvPicPr>
            <a:picLocks noChangeAspect="1"/>
          </p:cNvPicPr>
          <p:nvPr/>
        </p:nvPicPr>
        <p:blipFill>
          <a:blip r:embed="rId2">
            <a:extLst>
              <a:ext uri="{28A0092B-C50C-407E-A947-70E740481C1C}">
                <a14:useLocalDpi xmlns:a14="http://schemas.microsoft.com/office/drawing/2010/main" val="0"/>
              </a:ext>
            </a:extLst>
          </a:blip>
          <a:srcRect l="-1" r="46685"/>
          <a:stretch>
            <a:fillRect/>
          </a:stretch>
        </p:blipFill>
        <p:spPr>
          <a:xfrm>
            <a:off x="232758" y="177017"/>
            <a:ext cx="6259381" cy="6503965"/>
          </a:xfrm>
          <a:prstGeom prst="rect">
            <a:avLst/>
          </a:prstGeom>
        </p:spPr>
      </p:pic>
      <p:sp>
        <p:nvSpPr>
          <p:cNvPr id="9" name="TextBox 8">
            <a:extLst>
              <a:ext uri="{FF2B5EF4-FFF2-40B4-BE49-F238E27FC236}">
                <a16:creationId xmlns:a16="http://schemas.microsoft.com/office/drawing/2014/main" id="{28C0B253-4A00-057F-7EBA-C4F3D666478B}"/>
              </a:ext>
            </a:extLst>
          </p:cNvPr>
          <p:cNvSpPr txBox="1"/>
          <p:nvPr/>
        </p:nvSpPr>
        <p:spPr>
          <a:xfrm>
            <a:off x="6637713" y="893447"/>
            <a:ext cx="6093228" cy="4661276"/>
          </a:xfrm>
          <a:prstGeom prst="rect">
            <a:avLst/>
          </a:prstGeom>
          <a:noFill/>
        </p:spPr>
        <p:txBody>
          <a:bodyPr wrap="square">
            <a:spAutoFit/>
          </a:bodyPr>
          <a:lstStyle/>
          <a:p>
            <a:pPr>
              <a:lnSpc>
                <a:spcPct val="150000"/>
              </a:lnSpc>
              <a:buNone/>
            </a:pPr>
            <a:r>
              <a:rPr lang="en-US" sz="2000" dirty="0"/>
              <a:t> </a:t>
            </a:r>
            <a:r>
              <a:rPr lang="en-US" sz="2000" b="1" dirty="0"/>
              <a:t>Important Points:</a:t>
            </a:r>
          </a:p>
          <a:p>
            <a:pPr>
              <a:lnSpc>
                <a:spcPct val="150000"/>
              </a:lnSpc>
              <a:buFont typeface="+mj-lt"/>
              <a:buAutoNum type="arabicPeriod"/>
            </a:pPr>
            <a:r>
              <a:rPr lang="en-US" sz="2000" dirty="0"/>
              <a:t> Using version as Of allows access to historical</a:t>
            </a:r>
          </a:p>
          <a:p>
            <a:pPr>
              <a:lnSpc>
                <a:spcPct val="150000"/>
              </a:lnSpc>
            </a:pPr>
            <a:r>
              <a:rPr lang="en-US" sz="2000" dirty="0"/>
              <a:t>     data.</a:t>
            </a:r>
          </a:p>
          <a:p>
            <a:pPr>
              <a:lnSpc>
                <a:spcPct val="150000"/>
              </a:lnSpc>
            </a:pPr>
            <a:r>
              <a:rPr lang="en-US" sz="2000" dirty="0"/>
              <a:t>2. No need for backup files — Delta stores </a:t>
            </a:r>
          </a:p>
          <a:p>
            <a:pPr>
              <a:lnSpc>
                <a:spcPct val="150000"/>
              </a:lnSpc>
            </a:pPr>
            <a:r>
              <a:rPr lang="en-US" sz="2000" dirty="0"/>
              <a:t>    previous versions internally.</a:t>
            </a:r>
          </a:p>
          <a:p>
            <a:pPr>
              <a:lnSpc>
                <a:spcPct val="150000"/>
              </a:lnSpc>
            </a:pPr>
            <a:r>
              <a:rPr lang="en-US" sz="2000" dirty="0"/>
              <a:t>3. Useful for auditing, debugging, and error </a:t>
            </a:r>
          </a:p>
          <a:p>
            <a:pPr>
              <a:lnSpc>
                <a:spcPct val="150000"/>
              </a:lnSpc>
            </a:pPr>
            <a:r>
              <a:rPr lang="en-US" sz="2000" dirty="0"/>
              <a:t>    investigation.</a:t>
            </a:r>
          </a:p>
          <a:p>
            <a:pPr>
              <a:lnSpc>
                <a:spcPct val="150000"/>
              </a:lnSpc>
            </a:pPr>
            <a:endParaRPr lang="en-US" sz="2000" dirty="0"/>
          </a:p>
          <a:p>
            <a:pPr marL="342900" indent="-342900">
              <a:lnSpc>
                <a:spcPct val="150000"/>
              </a:lnSpc>
              <a:buFont typeface="Wingdings" panose="05000000000000000000" pitchFamily="2" charset="2"/>
              <a:buChar char="è"/>
            </a:pPr>
            <a:r>
              <a:rPr lang="en-US" sz="2000" dirty="0"/>
              <a:t>This demonstrates the power of Time </a:t>
            </a:r>
          </a:p>
          <a:p>
            <a:pPr>
              <a:lnSpc>
                <a:spcPct val="150000"/>
              </a:lnSpc>
            </a:pPr>
            <a:r>
              <a:rPr lang="en-US" sz="2000" dirty="0"/>
              <a:t>      Travel feature.</a:t>
            </a:r>
          </a:p>
        </p:txBody>
      </p:sp>
    </p:spTree>
    <p:extLst>
      <p:ext uri="{BB962C8B-B14F-4D97-AF65-F5344CB8AC3E}">
        <p14:creationId xmlns:p14="http://schemas.microsoft.com/office/powerpoint/2010/main" val="13152722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31603F0-AE22-AFBA-6D7E-9A86BDE94E01}"/>
              </a:ext>
            </a:extLst>
          </p:cNvPr>
          <p:cNvPicPr>
            <a:picLocks noChangeAspect="1"/>
          </p:cNvPicPr>
          <p:nvPr/>
        </p:nvPicPr>
        <p:blipFill>
          <a:blip r:embed="rId2">
            <a:extLst>
              <a:ext uri="{28A0092B-C50C-407E-A947-70E740481C1C}">
                <a14:useLocalDpi xmlns:a14="http://schemas.microsoft.com/office/drawing/2010/main" val="0"/>
              </a:ext>
            </a:extLst>
          </a:blip>
          <a:srcRect r="47227"/>
          <a:stretch>
            <a:fillRect/>
          </a:stretch>
        </p:blipFill>
        <p:spPr>
          <a:xfrm>
            <a:off x="299258" y="930135"/>
            <a:ext cx="6434051" cy="5263737"/>
          </a:xfrm>
          <a:prstGeom prst="rect">
            <a:avLst/>
          </a:prstGeom>
        </p:spPr>
      </p:pic>
      <p:sp>
        <p:nvSpPr>
          <p:cNvPr id="5" name="TextBox 4">
            <a:extLst>
              <a:ext uri="{FF2B5EF4-FFF2-40B4-BE49-F238E27FC236}">
                <a16:creationId xmlns:a16="http://schemas.microsoft.com/office/drawing/2014/main" id="{7BE0C667-129C-F88F-5E8B-95845BDB4AB2}"/>
              </a:ext>
            </a:extLst>
          </p:cNvPr>
          <p:cNvSpPr txBox="1"/>
          <p:nvPr/>
        </p:nvSpPr>
        <p:spPr>
          <a:xfrm>
            <a:off x="6866310" y="774477"/>
            <a:ext cx="6051667" cy="5575052"/>
          </a:xfrm>
          <a:prstGeom prst="rect">
            <a:avLst/>
          </a:prstGeom>
          <a:noFill/>
        </p:spPr>
        <p:txBody>
          <a:bodyPr wrap="square">
            <a:spAutoFit/>
          </a:bodyPr>
          <a:lstStyle/>
          <a:p>
            <a:pPr>
              <a:lnSpc>
                <a:spcPct val="150000"/>
              </a:lnSpc>
              <a:buNone/>
            </a:pPr>
            <a:r>
              <a:rPr lang="en-US" sz="2400" b="1" dirty="0"/>
              <a:t>Important Points:</a:t>
            </a:r>
          </a:p>
          <a:p>
            <a:pPr>
              <a:lnSpc>
                <a:spcPct val="150000"/>
              </a:lnSpc>
              <a:buFont typeface="+mj-lt"/>
              <a:buAutoNum type="arabicPeriod"/>
            </a:pPr>
            <a:r>
              <a:rPr lang="en-US" sz="2400" dirty="0"/>
              <a:t> Comparing counts helps detect </a:t>
            </a:r>
          </a:p>
          <a:p>
            <a:pPr>
              <a:lnSpc>
                <a:spcPct val="150000"/>
              </a:lnSpc>
            </a:pPr>
            <a:r>
              <a:rPr lang="en-US" sz="2400" dirty="0"/>
              <a:t>    newly inserted records.</a:t>
            </a:r>
          </a:p>
          <a:p>
            <a:pPr>
              <a:lnSpc>
                <a:spcPct val="150000"/>
              </a:lnSpc>
            </a:pPr>
            <a:r>
              <a:rPr lang="en-US" sz="2400" dirty="0"/>
              <a:t>2. Enables validation of data </a:t>
            </a:r>
          </a:p>
          <a:p>
            <a:pPr>
              <a:lnSpc>
                <a:spcPct val="150000"/>
              </a:lnSpc>
            </a:pPr>
            <a:r>
              <a:rPr lang="en-US" sz="2400" dirty="0"/>
              <a:t>    changes.</a:t>
            </a:r>
          </a:p>
          <a:p>
            <a:pPr>
              <a:lnSpc>
                <a:spcPct val="150000"/>
              </a:lnSpc>
            </a:pPr>
            <a:r>
              <a:rPr lang="en-US" sz="2400" dirty="0"/>
              <a:t>3. Supports data quality checks before</a:t>
            </a:r>
          </a:p>
          <a:p>
            <a:pPr>
              <a:lnSpc>
                <a:spcPct val="150000"/>
              </a:lnSpc>
            </a:pPr>
            <a:r>
              <a:rPr lang="en-US" sz="2400" dirty="0"/>
              <a:t>     production release.</a:t>
            </a:r>
          </a:p>
          <a:p>
            <a:pPr>
              <a:lnSpc>
                <a:spcPct val="150000"/>
              </a:lnSpc>
            </a:pPr>
            <a:endParaRPr lang="en-US" sz="2400" dirty="0"/>
          </a:p>
          <a:p>
            <a:pPr marL="342900" indent="-342900">
              <a:lnSpc>
                <a:spcPct val="150000"/>
              </a:lnSpc>
              <a:buFont typeface="Wingdings" panose="05000000000000000000" pitchFamily="2" charset="2"/>
              <a:buChar char="è"/>
            </a:pPr>
            <a:r>
              <a:rPr lang="en-US" sz="2400" dirty="0"/>
              <a:t>This ensures data accuracy and transparency.</a:t>
            </a:r>
          </a:p>
        </p:txBody>
      </p:sp>
    </p:spTree>
    <p:extLst>
      <p:ext uri="{BB962C8B-B14F-4D97-AF65-F5344CB8AC3E}">
        <p14:creationId xmlns:p14="http://schemas.microsoft.com/office/powerpoint/2010/main" val="29229887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9AB85A3-055A-2A46-0124-0EE176B89124}"/>
              </a:ext>
            </a:extLst>
          </p:cNvPr>
          <p:cNvSpPr txBox="1"/>
          <p:nvPr/>
        </p:nvSpPr>
        <p:spPr>
          <a:xfrm>
            <a:off x="791095" y="1350151"/>
            <a:ext cx="6100010" cy="646331"/>
          </a:xfrm>
          <a:prstGeom prst="rect">
            <a:avLst/>
          </a:prstGeom>
          <a:noFill/>
        </p:spPr>
        <p:txBody>
          <a:bodyPr wrap="square">
            <a:spAutoFit/>
          </a:bodyPr>
          <a:lstStyle/>
          <a:p>
            <a:r>
              <a:rPr lang="en-IN" sz="3600" b="1" dirty="0"/>
              <a:t>Conclusion :</a:t>
            </a:r>
          </a:p>
        </p:txBody>
      </p:sp>
      <p:sp>
        <p:nvSpPr>
          <p:cNvPr id="4" name="TextBox 3">
            <a:extLst>
              <a:ext uri="{FF2B5EF4-FFF2-40B4-BE49-F238E27FC236}">
                <a16:creationId xmlns:a16="http://schemas.microsoft.com/office/drawing/2014/main" id="{33D33C0A-E292-72B1-F1FB-BD0397650488}"/>
              </a:ext>
            </a:extLst>
          </p:cNvPr>
          <p:cNvSpPr txBox="1"/>
          <p:nvPr/>
        </p:nvSpPr>
        <p:spPr>
          <a:xfrm>
            <a:off x="1256609" y="2303467"/>
            <a:ext cx="10397836" cy="2251065"/>
          </a:xfrm>
          <a:prstGeom prst="rect">
            <a:avLst/>
          </a:prstGeom>
          <a:noFill/>
        </p:spPr>
        <p:txBody>
          <a:bodyPr wrap="square">
            <a:spAutoFit/>
          </a:bodyPr>
          <a:lstStyle/>
          <a:p>
            <a:pPr>
              <a:lnSpc>
                <a:spcPct val="150000"/>
              </a:lnSpc>
            </a:pPr>
            <a:r>
              <a:rPr lang="en-US" sz="2400" dirty="0"/>
              <a:t>In Day 11, I successfully implemented Delta Lake versioning by appending new records, accessing historical versions using Time Travel, comparing data changes, and demonstrating rollback capability. This ensures reliable data management, audit tracking, and recovery from accidental modifications in production systems.</a:t>
            </a:r>
            <a:endParaRPr lang="en-IN" sz="2400" dirty="0"/>
          </a:p>
        </p:txBody>
      </p:sp>
    </p:spTree>
    <p:extLst>
      <p:ext uri="{BB962C8B-B14F-4D97-AF65-F5344CB8AC3E}">
        <p14:creationId xmlns:p14="http://schemas.microsoft.com/office/powerpoint/2010/main" val="24361258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259</TotalTime>
  <Words>249</Words>
  <Application>Microsoft Office PowerPoint</Application>
  <PresentationFormat>Widescreen</PresentationFormat>
  <Paragraphs>43</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Calibri</vt:lpstr>
      <vt:lpstr>Calibri Light</vt:lpstr>
      <vt:lpstr>Wingdings</vt:lpstr>
      <vt:lpstr>Office Theme</vt:lpstr>
      <vt:lpstr>DAY 11–  Time Travel &amp; Data Recovery</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Nandini Wadile</dc:creator>
  <cp:lastModifiedBy>Nandini Wadile</cp:lastModifiedBy>
  <cp:revision>48</cp:revision>
  <dcterms:created xsi:type="dcterms:W3CDTF">2026-02-22T10:29:31Z</dcterms:created>
  <dcterms:modified xsi:type="dcterms:W3CDTF">2026-03-01T14:09:52Z</dcterms:modified>
</cp:coreProperties>
</file>